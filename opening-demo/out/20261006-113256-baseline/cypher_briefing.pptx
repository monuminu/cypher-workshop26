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Priya’s Cypher 2026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Oct 7–9, KTPO Convention Centre, Bengaluru • Production GenAI / agent reliability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Plan shape: 19 non-lunch sessions across 3 days; balanced 6 / 6 / 7 load.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Hands-on depth: 4 workshops, including the required Agent Harness workshop.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Strategic coverage: production agents, SDLC, data foundations, orchestration, cost economics, secure agents, durable execution and regulated AI.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Constraints respected: no clashes with sprint review, booth duty or flight; lunch each day; 5-minute hall-change rule maintained.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Day 1 — Foundations for reliable enterprise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2026-10-07 • Commitment: 14:00–15:00 sprint review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629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• 10:00–10:30 H1: Beyond vibe coding: Mastering the AI-native SDLC from code to production — Nagendra Bangalore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11:00–11:25 H3: Your Agent Stack Is Broken at the Bottom — Rakesh Puttaswamy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12:00–12:25 H3: From AI Demos to Production: What It Really Takes to Build Enterprise-Ready AI - Moving beyond POCs into architecture, reliability, evaluation, security and scale. — Bhanu Prasad Mahanti, Sri Vallabha Deevi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🍽 12:30–13:30 H3: Lunch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15:20–15:40 H3: The Missing Infrastructure Behind India’s AI Ambition — Vivekanand Pani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🛠 16:35–17:35 H3: Build with Bob: It's More Than Just a Vibe — HS Manoj Kumar, Aanchal Narendran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🛠 19:30–21:00 H3: Agent Harness for Enterprise: Engineering the Runtime for Reliable AI Agents — Manoranjan Rajguru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234440"/>
            <a:ext cx="4389120" cy="5257800"/>
          </a:xfrm>
          <a:prstGeom prst="rect">
            <a:avLst/>
          </a:prstGeom>
          <a:solidFill>
            <a:srgbClr val="F4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Why this day fits Priya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828800"/>
            <a:ext cx="3886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Starts with the engineering discipline Priya cares about: using AI across planning, coding, testing, modernization and deployment while preserving quality, security and control—directly relevant to shipping GenAI features beyond prototypes.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Targets the data-layer bottlenecks that production agents hit: concurrency, real-time access patterns, scale and cost—useful for agent systems serving fintech workloads.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A near-perfect match for Priya’s production focus: reliability, evaluation, security, guardrails, right-sized LLMs and cost/accuracy/throughput trade-offs after the POC stage.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Gives a data-infrastructure view of model-ready, representative, consented data—important for robust India-scale LLM products and multilingual fintech experiences.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Day 2 — Agentic systems, economics and data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2026-10-08 • Commitment: 11:00–13:00 booth duty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629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• 10:00–10:30 H1: The Agentic Platform: Powering Operations for Real Business Outcomes — Rakesh Shinde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10:35–10:55 H1: AI can build almost anything. What should we build? — Jennifer Mecherippady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🍽 13:05–14:05 H2: Lunch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14:30–14:55 H2: Beyond Agents: Building Systems of Enterprise Intelligence — Yeshwant Nayak, TP Vincent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15:20–15:40 H3: Building Voice AI from India, for India, and for the world — Sneha Roy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16:10–16:30 H1: Operations + AI: Beyond Automation: Reimagining Supply Chains, Manufacturing and Operations with AI — Shashi Mohan Singh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🛠 18:00–19:30 H3: Agentic Data Cloud: From building the analytics data foundation with Knowledge Catalog, federating it with transactional data to generating advanced insights using Agentic Intelligence. — Abirami Sukumaran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234440"/>
            <a:ext cx="4389120" cy="5257800"/>
          </a:xfrm>
          <a:prstGeom prst="rect">
            <a:avLst/>
          </a:prstGeom>
          <a:solidFill>
            <a:srgbClr val="F4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Why this day fits Priya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828800"/>
            <a:ext cx="3886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Shows how to move agentic AI from experiments into responsible, scalable operations with orchestration, context, enterprise integration and governance.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Addresses the economics Priya flagged: lower build cost, hidden model dependency costs, token economics and using judgment to avoid shipping low-value AI work.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Connects isolated agents to coordinated enterprise intelligence, focusing on coordination tax, economics and intelligence yield—key for multi-agent production architecture.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Useful for production AI interfaces at India scale: multilingual support, code-switching, accents, noisy settings, real-time constraints and cost-effective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Day 3 — Secure, regulated and durable agent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2026-10-09 • Commitment: Leave venue by 18:30 for flight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6294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• 10:00–10:30 H1: How to Build Your Enterprise AI Stack — Pratyush Kumar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10:35–10:55 H1: Consuming AI at Scale: Lessons from a Regulated Industry — Mridul Sharma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11:30–11:55 H3: Secure Your Agentic Future: No More Rogue Agents — Manish Kumar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12:00–12:25 H3: Crash. Resume. Repeat: Building Agents That Don't Die — Shubham Londhe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👥 13:05–13:45 H1: The Agent Economy: Who owns the customer when the agent is the interface? — Sateesh Gottumukkala, Ketan Lodaya, Manish Mittal, Faye D'Souza, Vikram Singh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🍽 13:45–14:45 H1: Lunch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• 15:30–15:50 H1: The Trust Deficit: Building Responsible AI in a Regulated, Risk-Heavy Business — Ramesh Aithal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🛠 16:10–17:10 H3: From Idea to Production: Build Enterprise-Grade Applications with Agentic AI — Anusha Jain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234440"/>
            <a:ext cx="4389120" cy="5257800"/>
          </a:xfrm>
          <a:prstGeom prst="rect">
            <a:avLst/>
          </a:prstGeom>
          <a:solidFill>
            <a:srgbClr val="F4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Why this day fits Priya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828800"/>
            <a:ext cx="3886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Frames the full AI stack—models, data, compute, infrastructure, talent and applications—helping Priya place agent engineering choices in a broader enterprise architecture.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Direct fintech relevance: integrating third-party AI in banking operations while balancing innovation with regulatory obligations.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Matches Priya’s secure-agent interest with a practical blueprint for discovering, onboarding, protecting and governing agents in sensitive environments.</a:t>
            </a:r>
          </a:p>
          <a:p>
            <a:pPr>
              <a:defRPr sz="1000">
                <a:solidFill>
                  <a:srgbClr val="505050"/>
                </a:solidFill>
              </a:defRPr>
            </a:pPr>
            <a:r>
              <a:t>Deep production reliability fit: durable execution for multi-step agents that survive crashes, retries, timeouts and partial progress without losing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Speaker spotlights — researched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People Priya will hear during the selected itinerary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Manoranjan Rajguru — Microsoft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63624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Applied AI, GTM. AI Architect at Microsoft specializing in Generative AI and LLMs, with over a decade in AI/ML and prior Data Scientist experience at Amazon. Known for technical writing and community thought leadership.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803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Abirami Sukumaran — Google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09544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Staff Developer Advocate. Google developer advocate focused on cloud databases and AI, helping developers on the data-to-AI journey. Brings about two decades in the data ecosystem, a DBA specialization in AI, and patents/defensive publications.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262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Shubham Londhe — Temporal Technologies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855464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Senior Developer Advocate. Senior Developer Advocate at Temporal and Google Developer Expert focused on production-ready applications. Has 9+ years of experience across AWS, Liven and Vamstar UK, and shares learning through TrainWithShubham.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3444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Manish Kumar — Okta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63624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VP Engineering &amp; India Site Leader. Technology executive with 20+ years leading cloud, SaaS and data engineering organizations. Leads Okta India and works at the intersection of identity, security and AI for the agentic era.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88036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Ramesh Aithal — L&amp;T 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209544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Chief Digital Officer. Leads digital transformation, AI and technology strategy at L&amp;T Finance. Has 25+ years of leadership experience across Elastic, Zenefits, Goldman Sachs, Ness Technologies and Citibank.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5262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Pratyush Kumar — Sarvam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855464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Co-Founder. Co-Founder of Sarvam AI and AI4Bharat, focused on multilingual and sovereign AI for India. Adjunct Faculty at IIT Madras; B.Tech IIT Bombay, Ph.D. ETH Zurich; formerly at Microsoft Research and IBM Research.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Question prep — highest-leverage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Use these if hallway time is limited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Agent Harness: Which verification loop and identity-propagation pattern is mandatory before high-risk fintech actions?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Durable agents: How should idempotency and compensation be designed when a resumed agent has already caused external side effects?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Rogue agents: How should agent identity/lifecycle management differ from human or service-account IAM?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AI economics: How should teams quantify opportunity cost when proprietary data, model dependency and token economics are uncertain?</a:t>
            </a:r>
          </a:p>
          <a:p>
            <a:pPr>
              <a:defRPr sz="1500">
                <a:solidFill>
                  <a:srgbClr val="000000"/>
                </a:solidFill>
              </a:defRPr>
            </a:pPr>
            <a:r>
              <a:t>Regulated AI: What due-diligence evidence should be required before third-party AI enters customer-impacting workflows?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